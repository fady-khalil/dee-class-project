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3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9D10C-3C0A-4C82-BA45-8C6841B63B7F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C1953-93BC-4146-B582-26BEA05D7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2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13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8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9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8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22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5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9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0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0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0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AFA50-4154-4260-9AAE-07E8640D17A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C8E6A-F02C-4A5E-A42A-E38537E59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655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81827CC-77A3-6DDB-5F62-4A99386B9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0573"/>
            <a:ext cx="9144000" cy="2008012"/>
          </a:xfrm>
        </p:spPr>
        <p:txBody>
          <a:bodyPr/>
          <a:lstStyle/>
          <a:p>
            <a:r>
              <a:rPr lang="en-US" dirty="0"/>
              <a:t>Technical Documentation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282995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31F228-8D56-6871-3F59-BC196A8C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27" y="1077823"/>
            <a:ext cx="10515600" cy="548687"/>
          </a:xfrm>
        </p:spPr>
        <p:txBody>
          <a:bodyPr>
            <a:normAutofit/>
          </a:bodyPr>
          <a:lstStyle/>
          <a:p>
            <a:r>
              <a:rPr lang="en-US" sz="3200" dirty="0"/>
              <a:t>As normal user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06FED-2899-76F9-2D13-70CBE8EAE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427" y="1873501"/>
            <a:ext cx="10515600" cy="3681077"/>
          </a:xfrm>
        </p:spPr>
        <p:txBody>
          <a:bodyPr/>
          <a:lstStyle/>
          <a:p>
            <a:r>
              <a:rPr lang="en-US" dirty="0"/>
              <a:t>Similar to </a:t>
            </a:r>
            <a:r>
              <a:rPr lang="en-US" dirty="0" err="1"/>
              <a:t>MasterClass</a:t>
            </a:r>
            <a:r>
              <a:rPr lang="en-US" dirty="0"/>
              <a:t>, the primary purpose of the homepage is to encourage user registration while showcasing our offerings. It will prominently feature our course categories, a detailed FAQ section to address common queries, and other essential information to guide users and highlight the value of our platform.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59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The registration process, for the full access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2404678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The user will fill an assessment.</a:t>
            </a:r>
          </a:p>
          <a:p>
            <a:r>
              <a:rPr lang="en-US" sz="1800" dirty="0"/>
              <a:t>The Assessments will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Classes for you</a:t>
            </a:r>
          </a:p>
          <a:p>
            <a:r>
              <a:rPr lang="en-US" sz="1800" dirty="0"/>
              <a:t>Between each step, will provide  a did you know section, explaining some info</a:t>
            </a:r>
          </a:p>
          <a:p>
            <a:r>
              <a:rPr lang="en-US" sz="1800" dirty="0"/>
              <a:t>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3863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2404678"/>
          </a:xfrm>
        </p:spPr>
        <p:txBody>
          <a:bodyPr>
            <a:normAutofit/>
          </a:bodyPr>
          <a:lstStyle/>
          <a:p>
            <a:r>
              <a:rPr lang="en-US" sz="1800" dirty="0"/>
              <a:t>Here will explain the process of the goals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Goal of learning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Here we render all our categories (more about the categories structure later) and by default the related categories will be selected with the option of select more or unselect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Tags and meta titles render here ( more about these later)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9960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424125"/>
          </a:xfrm>
        </p:spPr>
        <p:txBody>
          <a:bodyPr>
            <a:normAutofit/>
          </a:bodyPr>
          <a:lstStyle/>
          <a:p>
            <a:r>
              <a:rPr lang="en-US" sz="1800" dirty="0"/>
              <a:t>Choosing the time the user need to spent per week here</a:t>
            </a:r>
          </a:p>
        </p:txBody>
      </p:sp>
    </p:spTree>
    <p:extLst>
      <p:ext uri="{BB962C8B-B14F-4D97-AF65-F5344CB8AC3E}">
        <p14:creationId xmlns:p14="http://schemas.microsoft.com/office/powerpoint/2010/main" val="15095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Classes for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424125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Based on the previous two assessments and our recommended system, we provide personalized course recommendations</a:t>
            </a:r>
            <a:r>
              <a:rPr lang="en-US" sz="1400" dirty="0"/>
              <a:t>.</a:t>
            </a:r>
            <a:endParaRPr lang="en-US" sz="18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07FBA6-051A-AE47-41E4-E2120D0816ED}"/>
              </a:ext>
            </a:extLst>
          </p:cNvPr>
          <p:cNvSpPr txBox="1">
            <a:spLocks/>
          </p:cNvSpPr>
          <p:nvPr/>
        </p:nvSpPr>
        <p:spPr>
          <a:xfrm>
            <a:off x="193715" y="2452020"/>
            <a:ext cx="11110933" cy="4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Each course will have the title and trailer to watch.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402696-113E-E548-19CC-B34EAA38350A}"/>
              </a:ext>
            </a:extLst>
          </p:cNvPr>
          <p:cNvSpPr txBox="1">
            <a:spLocks/>
          </p:cNvSpPr>
          <p:nvPr/>
        </p:nvSpPr>
        <p:spPr>
          <a:xfrm>
            <a:off x="193714" y="3141387"/>
            <a:ext cx="11110933" cy="4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Will provide a list of benefits when user register</a:t>
            </a:r>
          </a:p>
        </p:txBody>
      </p:sp>
    </p:spTree>
    <p:extLst>
      <p:ext uri="{BB962C8B-B14F-4D97-AF65-F5344CB8AC3E}">
        <p14:creationId xmlns:p14="http://schemas.microsoft.com/office/powerpoint/2010/main" val="341849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Final Steps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F62CFB-3C68-29F8-52B9-FB2120F3E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2079726"/>
            <a:ext cx="10515600" cy="15001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Will be also divide it  into 3 steps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membership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the account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Choose payment </a:t>
            </a:r>
          </a:p>
        </p:txBody>
      </p:sp>
    </p:spTree>
    <p:extLst>
      <p:ext uri="{BB962C8B-B14F-4D97-AF65-F5344CB8AC3E}">
        <p14:creationId xmlns:p14="http://schemas.microsoft.com/office/powerpoint/2010/main" val="858066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The registration process, for a bundle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2404678"/>
          </a:xfrm>
        </p:spPr>
        <p:txBody>
          <a:bodyPr>
            <a:normAutofit/>
          </a:bodyPr>
          <a:lstStyle/>
          <a:p>
            <a:r>
              <a:rPr lang="en-US" sz="1800" dirty="0"/>
              <a:t>We can create one or more bundle, the bundle can be 1 course, 2 courses, 3 courses </a:t>
            </a:r>
            <a:r>
              <a:rPr lang="en-US" sz="1800" dirty="0" err="1"/>
              <a:t>etc</a:t>
            </a:r>
            <a:r>
              <a:rPr lang="en-US" sz="1800" dirty="0"/>
              <a:t>…</a:t>
            </a:r>
          </a:p>
          <a:p>
            <a:r>
              <a:rPr lang="en-US" sz="1800" dirty="0"/>
              <a:t> </a:t>
            </a:r>
          </a:p>
          <a:p>
            <a:r>
              <a:rPr lang="en-US" sz="1800" dirty="0"/>
              <a:t>The process will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choosing the bundle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 an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Make the payment </a:t>
            </a:r>
          </a:p>
        </p:txBody>
      </p:sp>
    </p:spTree>
    <p:extLst>
      <p:ext uri="{BB962C8B-B14F-4D97-AF65-F5344CB8AC3E}">
        <p14:creationId xmlns:p14="http://schemas.microsoft.com/office/powerpoint/2010/main" val="412137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From here will start explaining the database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1198447"/>
          </a:xfrm>
        </p:spPr>
        <p:txBody>
          <a:bodyPr>
            <a:normAutofit/>
          </a:bodyPr>
          <a:lstStyle/>
          <a:p>
            <a:r>
              <a:rPr lang="en-US" sz="1800" dirty="0"/>
              <a:t>The database will be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Instructor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courses</a:t>
            </a:r>
          </a:p>
        </p:txBody>
      </p:sp>
    </p:spTree>
    <p:extLst>
      <p:ext uri="{BB962C8B-B14F-4D97-AF65-F5344CB8AC3E}">
        <p14:creationId xmlns:p14="http://schemas.microsoft.com/office/powerpoint/2010/main" val="202692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Instructor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119844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open a place to add an Instructor portfolio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link this instructor to it’s courses ( this will give the user to know his instructor better, and will give us more option in the recommendation system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0702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Courses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4898849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/>
              <a:t>The course structure will 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Course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Course Description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Link the course to it’s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Cover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Poster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Course ID from </a:t>
            </a:r>
            <a:r>
              <a:rPr lang="en-US" sz="1800" dirty="0" err="1"/>
              <a:t>api.video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Tags like : new / hot / best seller / </a:t>
            </a:r>
            <a:r>
              <a:rPr lang="en-US" sz="1800" dirty="0" err="1"/>
              <a:t>etc</a:t>
            </a:r>
            <a:r>
              <a:rPr lang="en-US" sz="18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Course </a:t>
            </a:r>
            <a:r>
              <a:rPr lang="en-US" sz="1800" dirty="0" err="1"/>
              <a:t>meta_data</a:t>
            </a:r>
            <a:r>
              <a:rPr lang="en-US" sz="1800" dirty="0"/>
              <a:t>, this for (SEO), for recommendation system, and for search. </a:t>
            </a:r>
            <a:br>
              <a:rPr lang="en-US" sz="1800" dirty="0"/>
            </a:br>
            <a:r>
              <a:rPr lang="en-US" sz="1200" dirty="0">
                <a:solidFill>
                  <a:srgbClr val="F2FFFC"/>
                </a:solidFill>
                <a:latin typeface="Consolas" panose="020B0609020204030204" pitchFamily="49" charset="0"/>
              </a:rPr>
              <a:t>This an example of how should be.</a:t>
            </a:r>
            <a:endParaRPr lang="en-US" sz="1800" dirty="0"/>
          </a:p>
          <a:p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key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course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value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Leadership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1400" b="0" dirty="0">
              <a:solidFill>
                <a:srgbClr val="F2FFF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  {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key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value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Intermediate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1400" b="0" dirty="0">
              <a:solidFill>
                <a:srgbClr val="F2FFF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key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duration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value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2 hours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1400" b="0" dirty="0">
              <a:solidFill>
                <a:srgbClr val="F2FFF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key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instructor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value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ED72"/>
                </a:solidFill>
                <a:effectLst/>
                <a:latin typeface="Consolas" panose="020B0609020204030204" pitchFamily="49" charset="0"/>
              </a:rPr>
              <a:t>John Doe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B9798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endParaRPr lang="en-US" sz="1400" b="0" dirty="0">
              <a:solidFill>
                <a:srgbClr val="F2FFF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Linked to the </a:t>
            </a: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instructor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Duration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Link to a category / series / playlist / </a:t>
            </a:r>
            <a:r>
              <a:rPr lang="en-US" sz="1400" dirty="0" err="1">
                <a:solidFill>
                  <a:srgbClr val="F2FFFC"/>
                </a:solidFill>
                <a:latin typeface="Consolas" panose="020B0609020204030204" pitchFamily="49" charset="0"/>
              </a:rPr>
              <a:t>etc</a:t>
            </a: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…</a:t>
            </a:r>
            <a:b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</a:br>
            <a:endParaRPr lang="en-US" sz="1400" dirty="0">
              <a:solidFill>
                <a:srgbClr val="F2FFFC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>
              <a:solidFill>
                <a:srgbClr val="F2FFF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72163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In the parent structure we  have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4898849"/>
          </a:xfrm>
        </p:spPr>
        <p:txBody>
          <a:bodyPr>
            <a:normAutofit/>
          </a:bodyPr>
          <a:lstStyle/>
          <a:p>
            <a:b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</a:br>
            <a:endParaRPr lang="en-US" sz="1400" dirty="0">
              <a:solidFill>
                <a:srgbClr val="F2FFFC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  <a:t>Classes that come in simple format =&gt; one class, related to a parent category </a:t>
            </a:r>
            <a:br>
              <a:rPr lang="en-US" sz="1400" b="0" dirty="0">
                <a:solidFill>
                  <a:srgbClr val="F2FFFC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F2FFF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Series and playlists can now be combined on our website. We refer to them as a "series." For each series, we choose a topic and add relevant courses to it.</a:t>
            </a:r>
            <a:b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</a:br>
            <a:endParaRPr lang="en-US" sz="1400" b="0" dirty="0">
              <a:solidFill>
                <a:srgbClr val="F2FFF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We also offer sessions, and I'm not sure if you have anything that requires a project-based approach. We could implement something similar for both classes and series, where users can join a community to ask questions and interact with others. This is because the sessions are designed to be completed over a set period.</a:t>
            </a:r>
            <a:b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</a:br>
            <a:endParaRPr lang="en-US" sz="1400" dirty="0">
              <a:solidFill>
                <a:srgbClr val="F2FFFC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As administrators, we will view the courses organized into categories, but for users, the experience will be much simpler. They will only see courses listed under relevant categories, similar to how </a:t>
            </a:r>
            <a:r>
              <a:rPr lang="en-US" sz="1400" dirty="0" err="1">
                <a:solidFill>
                  <a:srgbClr val="F2FFFC"/>
                </a:solidFill>
                <a:latin typeface="Consolas" panose="020B0609020204030204" pitchFamily="49" charset="0"/>
              </a:rPr>
              <a:t>MasterClass</a:t>
            </a:r>
            <a:r>
              <a:rPr lang="en-US" sz="1400" dirty="0">
                <a:solidFill>
                  <a:srgbClr val="F2FFFC"/>
                </a:solidFill>
                <a:latin typeface="Consolas" panose="020B0609020204030204" pitchFamily="49" charset="0"/>
              </a:rPr>
              <a:t> presents its content. This detailed structure is for our internal management, while the user interface will remain straightforward.</a:t>
            </a:r>
          </a:p>
        </p:txBody>
      </p:sp>
    </p:spTree>
    <p:extLst>
      <p:ext uri="{BB962C8B-B14F-4D97-AF65-F5344CB8AC3E}">
        <p14:creationId xmlns:p14="http://schemas.microsoft.com/office/powerpoint/2010/main" val="351046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Videos hosting	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227238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Video will be hosted on </a:t>
            </a:r>
            <a:r>
              <a:rPr lang="en-US" sz="1800" dirty="0" err="1"/>
              <a:t>api.video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dirty="0" err="1"/>
              <a:t>api.video</a:t>
            </a:r>
            <a:r>
              <a:rPr lang="en-US" sz="1800" dirty="0"/>
              <a:t> will give us the video 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will add transcription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will add chapters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will take the video id that give us </a:t>
            </a:r>
            <a:r>
              <a:rPr lang="en-US" sz="1800" dirty="0" err="1"/>
              <a:t>api.video</a:t>
            </a:r>
            <a:r>
              <a:rPr lang="en-US" sz="1800" dirty="0"/>
              <a:t> and put it manually on our dashboard to be able to structure our database and 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162370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Authentication	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227238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will follow the normal registration of email and 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will open the option of registration with social media account</a:t>
            </a:r>
          </a:p>
        </p:txBody>
      </p:sp>
    </p:spTree>
    <p:extLst>
      <p:ext uri="{BB962C8B-B14F-4D97-AF65-F5344CB8AC3E}">
        <p14:creationId xmlns:p14="http://schemas.microsoft.com/office/powerpoint/2010/main" val="94153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 system	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2272380"/>
          </a:xfrm>
        </p:spPr>
        <p:txBody>
          <a:bodyPr>
            <a:normAutofit/>
          </a:bodyPr>
          <a:lstStyle/>
          <a:p>
            <a:r>
              <a:rPr lang="en-US" sz="1800" dirty="0"/>
              <a:t>We will have 4 recommendation system powered by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After the user finalize the assessment we will use our first recommendation to provide list of recommendation courses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one will based on the search he do in the website, will be named “you may like”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Based on courses he watch even of not completed, will be named “because you watch X”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One will other course for same instructor and similar instructor who give same courses</a:t>
            </a:r>
          </a:p>
        </p:txBody>
      </p:sp>
    </p:spTree>
    <p:extLst>
      <p:ext uri="{BB962C8B-B14F-4D97-AF65-F5344CB8AC3E}">
        <p14:creationId xmlns:p14="http://schemas.microsoft.com/office/powerpoint/2010/main" val="38129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C3536-A453-1B38-EDE9-5C76C880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7" y="338524"/>
            <a:ext cx="1550343" cy="520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03A58-2166-8E6A-4EB8-390EA45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6" y="1038914"/>
            <a:ext cx="10515600" cy="632501"/>
          </a:xfrm>
        </p:spPr>
        <p:txBody>
          <a:bodyPr>
            <a:normAutofit/>
          </a:bodyPr>
          <a:lstStyle/>
          <a:p>
            <a:r>
              <a:rPr lang="en-US" sz="3200" dirty="0"/>
              <a:t>Once the user is register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45E0-EC57-9EA5-391D-93DA035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716" y="1902731"/>
            <a:ext cx="11110933" cy="4692622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 can manage profile, he can open up to 4 profiles, each one will have it’s own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 will have starting from the register day until 14 days, to send a 14 days gift to a person that will have full access for 14 days, ( we should agreed on how many gift he can send)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 will get access to  my progress, that contain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Continue watching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My list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Completed courses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Note it take from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He will get access to my libraries that show him all courses with category and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We will allow the user to gift someone? If yes what will be the discount percentage, for full access and bundle.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 setting tab to edit and manage his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home page will be all courses by categories, and promotion banners</a:t>
            </a:r>
          </a:p>
          <a:p>
            <a:pPr lvl="1"/>
            <a:r>
              <a:rPr lang="en-US" sz="1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9887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298</TotalTime>
  <Words>954</Words>
  <Application>Microsoft Office PowerPoint</Application>
  <PresentationFormat>Widescreen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Technical Documentation Presentation</vt:lpstr>
      <vt:lpstr>As normal user</vt:lpstr>
      <vt:lpstr>The registration process, for the full access</vt:lpstr>
      <vt:lpstr>Goal</vt:lpstr>
      <vt:lpstr>Time</vt:lpstr>
      <vt:lpstr>Classes for you</vt:lpstr>
      <vt:lpstr>Final Steps</vt:lpstr>
      <vt:lpstr>The registration process, for a bundle</vt:lpstr>
      <vt:lpstr>From here will start explaining the database structure</vt:lpstr>
      <vt:lpstr>Instructor </vt:lpstr>
      <vt:lpstr>Courses </vt:lpstr>
      <vt:lpstr>In the parent structure we  have </vt:lpstr>
      <vt:lpstr>Videos hosting  </vt:lpstr>
      <vt:lpstr>Authentication  </vt:lpstr>
      <vt:lpstr>Recommendation system  </vt:lpstr>
      <vt:lpstr>Once the user is register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Documentation Presentation</dc:title>
  <dc:creator>fady khalil</dc:creator>
  <cp:lastModifiedBy>Fady</cp:lastModifiedBy>
  <cp:revision>5</cp:revision>
  <dcterms:created xsi:type="dcterms:W3CDTF">2025-01-21T20:24:53Z</dcterms:created>
  <dcterms:modified xsi:type="dcterms:W3CDTF">2025-01-22T09:17:55Z</dcterms:modified>
</cp:coreProperties>
</file>